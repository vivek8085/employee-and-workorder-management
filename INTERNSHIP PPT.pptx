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1" r:id="rId8"/>
    <p:sldId id="267" r:id="rId9"/>
    <p:sldId id="263" r:id="rId10"/>
    <p:sldId id="264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4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81BFE-C8EC-4C46-90CE-CDCA7130876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549B5-C152-436A-BEB3-8F3DFCE27BD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8549B5-C152-436A-BEB3-8F3DFCE27BD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085E5-646A-4C37-BF93-17927E3C4C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3F1E5-D9B1-42C2-958B-43647E5CB6F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employee-and-workorder.onrender.com/" TargetMode="External"/><Relationship Id="rId3" Type="http://schemas.openxmlformats.org/officeDocument/2006/relationships/slide" Target="slide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143000" y="2028787"/>
            <a:ext cx="75438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30990" y="2815278"/>
            <a:ext cx="1744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 Internship on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107244" y="3263215"/>
            <a:ext cx="259207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i="1" dirty="0"/>
              <a:t>“</a:t>
            </a:r>
            <a:r>
              <a:rPr lang="en-IN" altLang="en-US" b="1" i="1" dirty="0"/>
              <a:t>Full Stack Development</a:t>
            </a:r>
            <a:r>
              <a:rPr lang="en-US" b="1" i="1" dirty="0"/>
              <a:t>”</a:t>
            </a:r>
            <a:endParaRPr lang="en-US" dirty="0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3352800" y="3655114"/>
            <a:ext cx="2438400" cy="6155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Internship carried out at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1371600" y="3983673"/>
            <a:ext cx="688721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JCE Innovation &amp; Entrepreneurship Foundation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20010" y="4495800"/>
            <a:ext cx="438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 : </a:t>
            </a:r>
            <a:r>
              <a:rPr lang="en-IN" altLang="en-US" dirty="0"/>
              <a:t>Vivek Lokolakar</a:t>
            </a:r>
            <a:r>
              <a:rPr lang="en-US" dirty="0"/>
              <a:t> (</a:t>
            </a:r>
            <a:r>
              <a:rPr lang="en-IN" altLang="en-US" dirty="0"/>
              <a:t>2JI22CS123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43402" y="5319212"/>
            <a:ext cx="8534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Guide  Name    </a:t>
            </a:r>
            <a:r>
              <a:rPr lang="en-US" dirty="0"/>
              <a:t>				</a:t>
            </a:r>
            <a:endParaRPr lang="en-US" dirty="0"/>
          </a:p>
          <a:p>
            <a:r>
              <a:rPr lang="en-IN" altLang="en-US" dirty="0"/>
              <a:t>Prof. Nalinakshi B G</a:t>
            </a:r>
            <a:r>
              <a:rPr lang="en-US" dirty="0"/>
              <a:t>		</a:t>
            </a:r>
            <a:endParaRPr lang="en-US" dirty="0"/>
          </a:p>
          <a:p>
            <a:r>
              <a:rPr lang="en-US" dirty="0"/>
              <a:t>                                                     	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38" y="423751"/>
            <a:ext cx="7694124" cy="1592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76400" y="381000"/>
            <a:ext cx="54064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ABOUT COMPANY</a:t>
            </a:r>
            <a:endParaRPr lang="en-US" sz="5400" b="1" cap="none" spc="0" dirty="0">
              <a:ln w="31550" cmpd="sng">
                <a:solidFill>
                  <a:schemeClr val="tx2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381000" y="3733800"/>
            <a:ext cx="86106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2000" b="1" dirty="0"/>
              <a:t>What company do?</a:t>
            </a:r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81000" y="1828889"/>
            <a:ext cx="86106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2000" b="1" dirty="0"/>
              <a:t>Company Profile</a:t>
            </a:r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ext Box 3"/>
          <p:cNvSpPr txBox="1"/>
          <p:nvPr/>
        </p:nvSpPr>
        <p:spPr>
          <a:xfrm>
            <a:off x="501650" y="2209800"/>
            <a:ext cx="84067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just"/>
            <a:r>
              <a:rPr lang="en-US" altLang="en-US"/>
              <a:t>JCE Innovation &amp; Entrepreneurship Foundation (JIEF) is an initiative operating under the Jain College of Engineering (JCE) ecosystem and the JGI Group. It functions as a nonprofit/section-8 style foundation focused on building an entrepreneurship and innovation ecosystem for students and early-stage startups.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01650" y="4191000"/>
            <a:ext cx="4572000" cy="1528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/>
              <a:t>Mentorship &amp; Industry Linkages</a:t>
            </a:r>
            <a:endParaRPr lang="en-US" altLang="en-US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/>
              <a:t>Training &amp; Capacity Building</a:t>
            </a:r>
            <a:endParaRPr lang="en-US" altLang="en-US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/>
              <a:t>Collaborations &amp; Formal Agreements</a:t>
            </a:r>
            <a:endParaRPr lang="en-US" altLang="en-US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/>
              <a:t>Consultancy &amp; Advisory Services</a:t>
            </a:r>
            <a:endParaRPr lang="en-US" altLang="en-US"/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/>
              <a:t>Incubation &amp; Start-up Support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90600" y="533400"/>
            <a:ext cx="731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cap="none" spc="0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TECHNOLOGY LEARNED</a:t>
            </a:r>
            <a:endParaRPr lang="en-US" sz="5400" b="1" cap="none" spc="0" dirty="0">
              <a:ln w="31550" cmpd="sng">
                <a:solidFill>
                  <a:schemeClr val="tx2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52500" y="1371600"/>
          <a:ext cx="7391400" cy="52151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695700"/>
                <a:gridCol w="3695700"/>
              </a:tblGrid>
              <a:tr h="307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Technology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Purpose / Learning Outcome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</a:tr>
              <a:tr h="543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HTML5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Used for structuring the web interface and page layouts.</a:t>
                      </a:r>
                      <a:endParaRPr lang="en-US" sz="1600"/>
                    </a:p>
                  </a:txBody>
                  <a:tcPr marL="72999" marR="72999" marT="36500" marB="36500" anchor="ctr"/>
                </a:tc>
              </a:tr>
              <a:tr h="543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CSS3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Used to design responsive and user-friendly interfaces.</a:t>
                      </a:r>
                      <a:endParaRPr lang="en-US" sz="1600"/>
                    </a:p>
                  </a:txBody>
                  <a:tcPr marL="72999" marR="72999" marT="36500" marB="36500" anchor="ctr"/>
                </a:tc>
              </a:tr>
              <a:tr h="78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JavaScript (ES6+)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Implemented dynamic behavior, state updates, and event handling in UI components.</a:t>
                      </a:r>
                      <a:endParaRPr lang="en-US" sz="1600"/>
                    </a:p>
                  </a:txBody>
                  <a:tcPr marL="72999" marR="72999" marT="36500" marB="36500" anchor="ctr"/>
                </a:tc>
              </a:tr>
              <a:tr h="9103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React JS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Learned component-based UI development, props &amp; state management, routing, and API integration.</a:t>
                      </a:r>
                      <a:endParaRPr lang="en-US" sz="1600"/>
                    </a:p>
                  </a:txBody>
                  <a:tcPr marL="72999" marR="72999" marT="36500" marB="36500" anchor="ctr"/>
                </a:tc>
              </a:tr>
              <a:tr h="543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Vite</a:t>
                      </a:r>
                      <a:endParaRPr lang="en-IN" sz="160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Used as a fast development build tool for React projects.</a:t>
                      </a:r>
                      <a:endParaRPr lang="en-US" sz="1600"/>
                    </a:p>
                  </a:txBody>
                  <a:tcPr marL="72999" marR="72999" marT="36500" marB="36500" anchor="ctr"/>
                </a:tc>
              </a:tr>
              <a:tr h="696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Tailwind CSS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Built consistent, customizable, and modern UI styling with utility-first classes.</a:t>
                      </a:r>
                      <a:endParaRPr lang="en-US" sz="1600"/>
                    </a:p>
                  </a:txBody>
                  <a:tcPr marL="72999" marR="72999" marT="36500" marB="36500" anchor="ctr"/>
                </a:tc>
              </a:tr>
              <a:tr h="78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 err="1"/>
                        <a:t>DaisyUI</a:t>
                      </a:r>
                      <a:endParaRPr lang="en-IN" sz="1600" dirty="0"/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Used pre-designed UI components for faster, clean, and uniform interface creation.</a:t>
                      </a:r>
                      <a:endParaRPr lang="en-US" sz="1600" dirty="0"/>
                    </a:p>
                  </a:txBody>
                  <a:tcPr marL="72999" marR="72999" marT="36500" marB="36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30480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609600"/>
          <a:ext cx="8229600" cy="3200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Technology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Purpose / Learning Outcome</a:t>
                      </a:r>
                      <a:endParaRPr lang="en-IN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Node.js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Used as server-side runtime environment to run JavaScript on backend.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Express.js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Developed REST API endpoints and middleware for authorization and request handling.</a:t>
                      </a:r>
                      <a:endParaRPr lang="en-US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JWT (JSON Web Token)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Implemented secure authentication and role-based access control.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Socket.io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Enabled real-time notifications and live updates between server and client.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175760"/>
          <a:ext cx="8229600" cy="19202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Technology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Purpose / Learning Outcome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MongoDB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Learned NoSQL database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and schema structuring for flexible data handling.</a:t>
                      </a:r>
                      <a:endParaRPr lang="en-IN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Git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Learned branch management, commits, merging, and maintaining project history.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706755"/>
            <a:ext cx="8105140" cy="4777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APPLICATION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dirty="0">
                <a:latin typeface="+mj-lt"/>
                <a:cs typeface="+mj-lt"/>
              </a:rPr>
              <a:t>Used in organizations to manage employee records and maintain their role, department, and responsibilities.</a:t>
            </a: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dirty="0">
                <a:latin typeface="+mj-lt"/>
                <a:cs typeface="+mj-lt"/>
              </a:rPr>
              <a:t>Helps assign work orders to managers and employees in a systematic manner.</a:t>
            </a: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dirty="0">
                <a:latin typeface="+mj-lt"/>
                <a:cs typeface="+mj-lt"/>
              </a:rPr>
              <a:t>Enables real-time tracking of task progress and work completion status.</a:t>
            </a: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dirty="0">
                <a:latin typeface="+mj-lt"/>
                <a:cs typeface="+mj-lt"/>
              </a:rPr>
              <a:t>Maintains centralized database records, reducing paperwork and manual errors.</a:t>
            </a: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dirty="0">
                <a:latin typeface="+mj-lt"/>
                <a:cs typeface="+mj-lt"/>
              </a:rPr>
              <a:t>Supports resource planning and work monitoring in an ERP environment.</a:t>
            </a: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endParaRPr lang="en-US" altLang="en-US" dirty="0">
              <a:latin typeface="+mj-lt"/>
              <a:cs typeface="+mj-lt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dirty="0">
                <a:latin typeface="+mj-lt"/>
                <a:cs typeface="+mj-lt"/>
              </a:rPr>
              <a:t>Useful for small to medium enterprises to streamline operational workflows.</a:t>
            </a:r>
            <a:endParaRPr lang="en-US" altLang="en-US" dirty="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33400" y="1447491"/>
            <a:ext cx="8305800" cy="396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Designed and developed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full-stack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React, Node.js, </a:t>
            </a:r>
            <a:r>
              <a:rPr kumimoji="0" lang="en-I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Express, and 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Implemented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role-based login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Admin, Manager, and Employee.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Created modules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Department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Work Order Assignment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Socket.io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real-time notifications and status updates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Structured database schemas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Mongoose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scalable data storage.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Tested and debugged complete workflow to ensure smooth and efficient system performance.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33400" y="83820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 b="1">
                <a:latin typeface="Calibri" panose="020F0502020204030204" pitchFamily="34" charset="0"/>
                <a:cs typeface="Calibri" panose="020F0502020204030204" pitchFamily="34" charset="0"/>
              </a:rPr>
              <a:t>Worked On</a:t>
            </a:r>
            <a:endParaRPr lang="en-IN" altLang="en-US" sz="28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228600"/>
            <a:ext cx="640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DEVELOPED AT COMPANY</a:t>
            </a:r>
            <a:endParaRPr lang="en-US" sz="3600" b="1" dirty="0">
              <a:ln w="31550" cmpd="sng">
                <a:solidFill>
                  <a:schemeClr val="tx2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8" y="1524000"/>
            <a:ext cx="8770423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974" y="421473"/>
            <a:ext cx="289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Snapshots/ Results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50900"/>
            <a:ext cx="4572000" cy="44062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851080"/>
            <a:ext cx="4114800" cy="4406720"/>
          </a:xfrm>
          <a:prstGeom prst="rect">
            <a:avLst/>
          </a:prstGeom>
        </p:spPr>
      </p:pic>
      <p:sp>
        <p:nvSpPr>
          <p:cNvPr id="8" name="TextBox 7">
            <a:hlinkClick r:id="rId3" tooltip="" action="ppaction://hlinksldjump"/>
          </p:cNvPr>
          <p:cNvSpPr txBox="1"/>
          <p:nvPr/>
        </p:nvSpPr>
        <p:spPr>
          <a:xfrm>
            <a:off x="2057400" y="5486400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4" tooltip="" action="ppaction://hlinkfile"/>
              </a:rPr>
              <a:t>https://employee-and-workorder.onrender.com/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627" y="1828800"/>
            <a:ext cx="800100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Gained Hands-on Full Stack Development Skills.</a:t>
            </a:r>
            <a:endParaRPr lang="en-US" sz="2400" dirty="0"/>
          </a:p>
          <a:p>
            <a:pPr indent="0">
              <a:buFont typeface="Wingdings" panose="05000000000000000000" pitchFamily="2" charset="2"/>
              <a:buNone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Improved Understanding of Real-Time System Workflow.</a:t>
            </a:r>
            <a:endParaRPr lang="en-US" sz="2400" dirty="0"/>
          </a:p>
          <a:p>
            <a:pPr indent="0">
              <a:buFont typeface="Wingdings" panose="05000000000000000000" pitchFamily="2" charset="2"/>
              <a:buNone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Developed Role-Based Authentication &amp; Security Concepts.</a:t>
            </a:r>
            <a:endParaRPr lang="en-US" sz="2400" dirty="0"/>
          </a:p>
          <a:p>
            <a:pPr indent="0">
              <a:buFont typeface="Wingdings" panose="05000000000000000000" pitchFamily="2" charset="2"/>
              <a:buNone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Strengthened Problem-Solving and Debugging Ability.</a:t>
            </a:r>
            <a:endParaRPr lang="en-US" sz="2400" dirty="0"/>
          </a:p>
          <a:p>
            <a:pPr indent="0">
              <a:buFont typeface="Wingdings" panose="05000000000000000000" pitchFamily="2" charset="2"/>
              <a:buNone/>
            </a:pPr>
            <a:endParaRPr lang="en-US" sz="24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/>
              <a:t>Enhanced Technical Collaboration and Documentation Skills.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685800"/>
            <a:ext cx="772025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ln w="31550" cmpd="sng">
                  <a:solidFill>
                    <a:schemeClr val="tx2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 OF INTERNSHIP</a:t>
            </a:r>
            <a:endParaRPr lang="en-US" sz="4400" b="1" dirty="0">
              <a:ln w="31550" cmpd="sng">
                <a:solidFill>
                  <a:schemeClr val="tx2"/>
                </a:solidFill>
                <a:prstDash val="solid"/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3600" y="2514600"/>
            <a:ext cx="48006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endParaRPr lang="en-US" sz="6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lang="en-US" sz="60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3365</Words>
  <Application>WPS Presentation</Application>
  <PresentationFormat>On-screen Show (4:3)</PresentationFormat>
  <Paragraphs>155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Calibri</vt:lpstr>
      <vt:lpstr>Mangal</vt:lpstr>
      <vt:lpstr>Segoe Print</vt:lpstr>
      <vt:lpstr>Wingdings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datta</dc:creator>
  <cp:lastModifiedBy>vivek239 lokolakar</cp:lastModifiedBy>
  <cp:revision>82</cp:revision>
  <dcterms:created xsi:type="dcterms:W3CDTF">2020-02-25T10:31:00Z</dcterms:created>
  <dcterms:modified xsi:type="dcterms:W3CDTF">2025-11-10T11:04:55Z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B7ABF15C75D4478FB88D5E38714CDE60_12</vt:lpwstr>
  </property>
  <property fmtid="{D5CDD505-2E9C-101B-9397-08002B2CF9AE}" pid="3" name="KSOProductBuildVer">
    <vt:lpwstr>1033-12.2.0.23131</vt:lpwstr>
  </property>
</Properties>
</file>